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三段phase主流程_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899" y="0"/>
            <a:ext cx="146420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演化workflow呼叫時序_時序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489" y="0"/>
            <a:ext cx="83230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單一feature生命週期_狀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881" y="0"/>
            <a:ext cx="563423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開發者跑v2演化體驗_使用者旅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883" y="0"/>
            <a:ext cx="951623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v1v2v3演化堆疊_開發分支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0939"/>
            <a:ext cx="12192000" cy="56761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核心物件關係_類別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829" y="0"/>
            <a:ext cx="580634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演化資料模型_ER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693" y="0"/>
            <a:ext cx="675461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evolving-builder系統架構_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645" y="0"/>
            <a:ext cx="556470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一般vs演化並排對照_區塊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100" y="0"/>
            <a:ext cx="44137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本機雲端部署視角_雲端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758" y="0"/>
            <a:ext cx="586248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演化任務看板_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4163"/>
            <a:ext cx="12192000" cy="49296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演化核心需求_requirement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0510"/>
            <a:ext cx="12192000" cy="27369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三支run演化時程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5163"/>
            <a:ext cx="12192000" cy="41676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_演化敘事時間軸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8714"/>
            <a:ext cx="12192000" cy="56605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_系統概覽_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143"/>
            <a:ext cx="12192000" cy="555171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_編排工具定位四象限_四象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_兩代token流向_桑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09" y="0"/>
            <a:ext cx="112221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_v1v2三維對比_長條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0"/>
            <a:ext cx="96012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_v2功能組成佔比_圓餅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0"/>
            <a:ext cx="11582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_evolving-builder生態整合_平台整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8347"/>
            <a:ext cx="12192000" cy="31413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