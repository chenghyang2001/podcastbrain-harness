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下載主流程_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767" y="0"/>
            <a:ext cx="28824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下載與進度_時序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839" y="0"/>
            <a:ext cx="93183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下載生命週期_狀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959"/>
            <a:ext cx="12192000" cy="6578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下載一集Podcast_使用者旅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83" y="0"/>
            <a:ext cx="95162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演化歷程_開發分支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3131"/>
            <a:ext cx="12192000" cy="49717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核心物件_類別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603" y="0"/>
            <a:ext cx="510879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概念資料模型_ER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30" y="0"/>
            <a:ext cx="1044013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系統架構_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340" y="0"/>
            <a:ext cx="2941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元件資料流_區塊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6907"/>
            <a:ext cx="12192000" cy="36841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本機部署_雲端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74" y="0"/>
            <a:ext cx="90228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開發任務_看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295" y="0"/>
            <a:ext cx="98194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核心需求_需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4939"/>
            <a:ext cx="12192000" cy="26281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實作時程_甘特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939"/>
            <a:ext cx="12192000" cy="49141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演化敘事_時間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633"/>
            <a:ext cx="12192000" cy="58627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系統概覽_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551"/>
            <a:ext cx="12192000" cy="53028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工具比較_四象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下載階段耗時_桑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版本功能成長_長條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0"/>
            <a:ext cx="9601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下載任務耗時組成_圓餅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0"/>
            <a:ext cx="97688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平台整合與生態系統_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796"/>
            <a:ext cx="12192000" cy="4696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